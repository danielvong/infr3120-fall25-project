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Inter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Inter-italic.fntdata"/><Relationship Id="rId10" Type="http://schemas.openxmlformats.org/officeDocument/2006/relationships/font" Target="fonts/Inter-bold.fntdata"/><Relationship Id="rId12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8f0bcea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8f0bcea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8f0bcea0e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a8f0bcea0e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8f0bcea0e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a8f0bcea0e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47"/>
          <p:cNvCxnSpPr/>
          <p:nvPr/>
        </p:nvCxnSpPr>
        <p:spPr>
          <a:xfrm>
            <a:off x="283850" y="14675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7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4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7 Movienator</a:t>
            </a:r>
            <a:endParaRPr/>
          </a:p>
        </p:txBody>
      </p:sp>
      <p:sp>
        <p:nvSpPr>
          <p:cNvPr id="365" name="Google Shape;365;p4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INFR3120</a:t>
            </a:r>
            <a:endParaRPr/>
          </a:p>
        </p:txBody>
      </p:sp>
      <p:sp>
        <p:nvSpPr>
          <p:cNvPr id="366" name="Google Shape;366;p4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 Theater Database Website</a:t>
            </a:r>
            <a:endParaRPr/>
          </a:p>
        </p:txBody>
      </p:sp>
      <p:sp>
        <p:nvSpPr>
          <p:cNvPr id="367" name="Google Shape;367;p47"/>
          <p:cNvSpPr txBox="1"/>
          <p:nvPr>
            <p:ph idx="4" type="title"/>
          </p:nvPr>
        </p:nvSpPr>
        <p:spPr>
          <a:xfrm>
            <a:off x="288625" y="4778975"/>
            <a:ext cx="4227300" cy="8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&amp; Script Programming</a:t>
            </a:r>
            <a:endParaRPr/>
          </a:p>
        </p:txBody>
      </p:sp>
      <p:cxnSp>
        <p:nvCxnSpPr>
          <p:cNvPr id="368" name="Google Shape;368;p4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9" name="Google Shape;369;p47" title="Group7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3710"/>
            <a:ext cx="2925111" cy="3012864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7"/>
          <p:cNvSpPr txBox="1"/>
          <p:nvPr/>
        </p:nvSpPr>
        <p:spPr>
          <a:xfrm>
            <a:off x="3340750" y="1577200"/>
            <a:ext cx="362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Members: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➔"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Daniel Vong 100870344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➔"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Gavin Dizon 100961344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➔"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Alamjeet Singh Dhaliwal 100999310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76" name="Google Shape;376;p48"/>
          <p:cNvGrpSpPr/>
          <p:nvPr/>
        </p:nvGrpSpPr>
        <p:grpSpPr>
          <a:xfrm>
            <a:off x="-2400" y="2231775"/>
            <a:ext cx="9146400" cy="2451950"/>
            <a:chOff x="-2400" y="2231775"/>
            <a:chExt cx="9146400" cy="2451950"/>
          </a:xfrm>
        </p:grpSpPr>
        <p:sp>
          <p:nvSpPr>
            <p:cNvPr id="377" name="Google Shape;377;p48"/>
            <p:cNvSpPr txBox="1"/>
            <p:nvPr/>
          </p:nvSpPr>
          <p:spPr>
            <a:xfrm>
              <a:off x="319175" y="2236050"/>
              <a:ext cx="34944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Task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8" name="Google Shape;378;p48"/>
            <p:cNvSpPr txBox="1"/>
            <p:nvPr/>
          </p:nvSpPr>
          <p:spPr>
            <a:xfrm>
              <a:off x="6086100" y="2236050"/>
              <a:ext cx="27708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Person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9" name="Google Shape;379;p48"/>
            <p:cNvSpPr txBox="1"/>
            <p:nvPr/>
          </p:nvSpPr>
          <p:spPr>
            <a:xfrm>
              <a:off x="284850" y="2673326"/>
              <a:ext cx="34944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Adding requirement for only authorized users to be able to modify the database, proper routing to ensure users remain logged in on each page, Bootstrap NavBar, hosting the website.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0" name="Google Shape;380;p48"/>
            <p:cNvSpPr txBox="1"/>
            <p:nvPr/>
          </p:nvSpPr>
          <p:spPr>
            <a:xfrm>
              <a:off x="284850" y="3343475"/>
              <a:ext cx="34944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Adding a user register which posts information from a form into the database with their corresponding variables. Also adding a user table in the database.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1" name="Google Shape;381;p48"/>
            <p:cNvSpPr txBox="1"/>
            <p:nvPr/>
          </p:nvSpPr>
          <p:spPr>
            <a:xfrm>
              <a:off x="284850" y="4013600"/>
              <a:ext cx="3494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Added a Login/Logout Transition to the navigation bar. Also added a login page with the needed route that uses the Get and Post Method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2" name="Google Shape;382;p48"/>
            <p:cNvSpPr txBox="1"/>
            <p:nvPr/>
          </p:nvSpPr>
          <p:spPr>
            <a:xfrm>
              <a:off x="6086100" y="2673251"/>
              <a:ext cx="27708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Daniel Vong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3" name="Google Shape;383;p48"/>
            <p:cNvSpPr txBox="1"/>
            <p:nvPr/>
          </p:nvSpPr>
          <p:spPr>
            <a:xfrm>
              <a:off x="6086100" y="3343393"/>
              <a:ext cx="2770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Gavin Dizon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4" name="Google Shape;384;p48"/>
            <p:cNvSpPr txBox="1"/>
            <p:nvPr/>
          </p:nvSpPr>
          <p:spPr>
            <a:xfrm>
              <a:off x="6086100" y="4013625"/>
              <a:ext cx="27708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Alamjeet Singh Dhaliwal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85" name="Google Shape;385;p48"/>
            <p:cNvCxnSpPr/>
            <p:nvPr/>
          </p:nvCxnSpPr>
          <p:spPr>
            <a:xfrm>
              <a:off x="-2400" y="2673333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48"/>
            <p:cNvCxnSpPr/>
            <p:nvPr/>
          </p:nvCxnSpPr>
          <p:spPr>
            <a:xfrm>
              <a:off x="-2400" y="3343467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48"/>
            <p:cNvCxnSpPr/>
            <p:nvPr/>
          </p:nvCxnSpPr>
          <p:spPr>
            <a:xfrm>
              <a:off x="-2400" y="4013600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48"/>
            <p:cNvCxnSpPr/>
            <p:nvPr/>
          </p:nvCxnSpPr>
          <p:spPr>
            <a:xfrm>
              <a:off x="-2400" y="4683725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48"/>
            <p:cNvCxnSpPr/>
            <p:nvPr/>
          </p:nvCxnSpPr>
          <p:spPr>
            <a:xfrm>
              <a:off x="-2400" y="2231775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48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Responsibilities</a:t>
            </a:r>
            <a:endParaRPr/>
          </a:p>
        </p:txBody>
      </p:sp>
      <p:sp>
        <p:nvSpPr>
          <p:cNvPr id="391" name="Google Shape;391;p4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INFR 3120 	Group 7 - MOVIENATOR</a:t>
            </a:r>
            <a:endParaRPr/>
          </a:p>
        </p:txBody>
      </p:sp>
      <p:sp>
        <p:nvSpPr>
          <p:cNvPr id="392" name="Google Shape;392;p4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&amp; Script Programming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9"/>
          <p:cNvSpPr/>
          <p:nvPr/>
        </p:nvSpPr>
        <p:spPr>
          <a:xfrm>
            <a:off x="2456700" y="286800"/>
            <a:ext cx="1515000" cy="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49"/>
          <p:cNvSpPr/>
          <p:nvPr/>
        </p:nvSpPr>
        <p:spPr>
          <a:xfrm>
            <a:off x="4084967" y="286800"/>
            <a:ext cx="1515000" cy="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" name="Google Shape;399;p49"/>
          <p:cNvSpPr/>
          <p:nvPr/>
        </p:nvSpPr>
        <p:spPr>
          <a:xfrm>
            <a:off x="5713233" y="286800"/>
            <a:ext cx="1515000" cy="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p49"/>
          <p:cNvSpPr/>
          <p:nvPr/>
        </p:nvSpPr>
        <p:spPr>
          <a:xfrm>
            <a:off x="2457150" y="1989875"/>
            <a:ext cx="1515000" cy="269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1" name="Google Shape;401;p49"/>
          <p:cNvSpPr/>
          <p:nvPr/>
        </p:nvSpPr>
        <p:spPr>
          <a:xfrm>
            <a:off x="4085188" y="1989875"/>
            <a:ext cx="1515000" cy="269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49"/>
          <p:cNvSpPr/>
          <p:nvPr/>
        </p:nvSpPr>
        <p:spPr>
          <a:xfrm>
            <a:off x="5713675" y="1989875"/>
            <a:ext cx="1515000" cy="269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3" name="Google Shape;403;p49"/>
          <p:cNvCxnSpPr/>
          <p:nvPr/>
        </p:nvCxnSpPr>
        <p:spPr>
          <a:xfrm>
            <a:off x="2635350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49"/>
          <p:cNvCxnSpPr/>
          <p:nvPr/>
        </p:nvCxnSpPr>
        <p:spPr>
          <a:xfrm>
            <a:off x="2635350" y="4524150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49"/>
          <p:cNvCxnSpPr/>
          <p:nvPr/>
        </p:nvCxnSpPr>
        <p:spPr>
          <a:xfrm>
            <a:off x="4263388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49"/>
          <p:cNvCxnSpPr/>
          <p:nvPr/>
        </p:nvCxnSpPr>
        <p:spPr>
          <a:xfrm>
            <a:off x="4263388" y="4524150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49"/>
          <p:cNvCxnSpPr/>
          <p:nvPr/>
        </p:nvCxnSpPr>
        <p:spPr>
          <a:xfrm>
            <a:off x="5891875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49"/>
          <p:cNvCxnSpPr/>
          <p:nvPr/>
        </p:nvCxnSpPr>
        <p:spPr>
          <a:xfrm>
            <a:off x="5891875" y="4524150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4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49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 3120 	Group 7 - MOVIENATOR</a:t>
            </a:r>
            <a:endParaRPr/>
          </a:p>
        </p:txBody>
      </p:sp>
      <p:sp>
        <p:nvSpPr>
          <p:cNvPr id="411" name="Google Shape;411;p49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Web &amp; Script Programming</a:t>
            </a:r>
            <a:endParaRPr/>
          </a:p>
        </p:txBody>
      </p:sp>
      <p:sp>
        <p:nvSpPr>
          <p:cNvPr id="412" name="Google Shape;412;p49"/>
          <p:cNvSpPr txBox="1"/>
          <p:nvPr>
            <p:ph idx="21" type="title"/>
          </p:nvPr>
        </p:nvSpPr>
        <p:spPr>
          <a:xfrm>
            <a:off x="283850" y="285900"/>
            <a:ext cx="2773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Meet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</a:t>
            </a:r>
            <a:endParaRPr/>
          </a:p>
        </p:txBody>
      </p:sp>
      <p:pic>
        <p:nvPicPr>
          <p:cNvPr id="413" name="Google Shape;413;p49" title="IMG_5928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988" l="0" r="0" t="9979"/>
          <a:stretch/>
        </p:blipFill>
        <p:spPr>
          <a:xfrm>
            <a:off x="2456700" y="373175"/>
            <a:ext cx="1514999" cy="1678674"/>
          </a:xfrm>
          <a:prstGeom prst="rect">
            <a:avLst/>
          </a:prstGeom>
        </p:spPr>
      </p:pic>
      <p:sp>
        <p:nvSpPr>
          <p:cNvPr id="414" name="Google Shape;414;p49"/>
          <p:cNvSpPr txBox="1"/>
          <p:nvPr>
            <p:ph type="title"/>
          </p:nvPr>
        </p:nvSpPr>
        <p:spPr>
          <a:xfrm>
            <a:off x="2634925" y="2306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Vong</a:t>
            </a:r>
            <a:endParaRPr/>
          </a:p>
        </p:txBody>
      </p:sp>
      <p:sp>
        <p:nvSpPr>
          <p:cNvPr id="415" name="Google Shape;415;p49"/>
          <p:cNvSpPr txBox="1"/>
          <p:nvPr>
            <p:ph idx="3" type="title"/>
          </p:nvPr>
        </p:nvSpPr>
        <p:spPr>
          <a:xfrm>
            <a:off x="2635350" y="27764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Role: Programmer </a:t>
            </a:r>
            <a:endParaRPr/>
          </a:p>
        </p:txBody>
      </p:sp>
      <p:sp>
        <p:nvSpPr>
          <p:cNvPr id="416" name="Google Shape;416;p49"/>
          <p:cNvSpPr txBox="1"/>
          <p:nvPr>
            <p:ph idx="5" type="title"/>
          </p:nvPr>
        </p:nvSpPr>
        <p:spPr>
          <a:xfrm>
            <a:off x="4263388" y="23253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Alamjeet Singh Dhaliwal</a:t>
            </a:r>
            <a:endParaRPr/>
          </a:p>
        </p:txBody>
      </p:sp>
      <p:sp>
        <p:nvSpPr>
          <p:cNvPr id="417" name="Google Shape;417;p49"/>
          <p:cNvSpPr txBox="1"/>
          <p:nvPr>
            <p:ph idx="7" type="title"/>
          </p:nvPr>
        </p:nvSpPr>
        <p:spPr>
          <a:xfrm>
            <a:off x="4263388" y="27764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Programmer</a:t>
            </a:r>
            <a:endParaRPr/>
          </a:p>
        </p:txBody>
      </p:sp>
      <p:pic>
        <p:nvPicPr>
          <p:cNvPr id="418" name="Google Shape;418;p49" title="IMG_5550.jpg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8443" l="0" r="0" t="8451"/>
          <a:stretch/>
        </p:blipFill>
        <p:spPr>
          <a:xfrm>
            <a:off x="5713225" y="373175"/>
            <a:ext cx="1514999" cy="1678674"/>
          </a:xfrm>
          <a:prstGeom prst="rect">
            <a:avLst/>
          </a:prstGeom>
        </p:spPr>
      </p:pic>
      <p:sp>
        <p:nvSpPr>
          <p:cNvPr id="419" name="Google Shape;419;p49"/>
          <p:cNvSpPr txBox="1"/>
          <p:nvPr>
            <p:ph idx="9" type="title"/>
          </p:nvPr>
        </p:nvSpPr>
        <p:spPr>
          <a:xfrm>
            <a:off x="5891875" y="23253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Gavin Dizon</a:t>
            </a:r>
            <a:endParaRPr/>
          </a:p>
        </p:txBody>
      </p:sp>
      <p:sp>
        <p:nvSpPr>
          <p:cNvPr id="420" name="Google Shape;420;p49"/>
          <p:cNvSpPr txBox="1"/>
          <p:nvPr>
            <p:ph idx="14" type="title"/>
          </p:nvPr>
        </p:nvSpPr>
        <p:spPr>
          <a:xfrm>
            <a:off x="5891450" y="27764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Role: Programmer</a:t>
            </a:r>
            <a:endParaRPr/>
          </a:p>
        </p:txBody>
      </p:sp>
      <p:pic>
        <p:nvPicPr>
          <p:cNvPr id="421" name="Google Shape;421;p49" title="WIN_20251125_16_47_31_Pro.jpg"/>
          <p:cNvPicPr preferRelativeResize="0"/>
          <p:nvPr/>
        </p:nvPicPr>
        <p:blipFill rotWithShape="1">
          <a:blip r:embed="rId5">
            <a:alphaModFix/>
          </a:blip>
          <a:srcRect b="0" l="25946" r="23286" t="0"/>
          <a:stretch/>
        </p:blipFill>
        <p:spPr>
          <a:xfrm>
            <a:off x="4084975" y="373200"/>
            <a:ext cx="1514976" cy="167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